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 Average Precision (per-graph)</c:v>
                </c:pt>
              </c:strCache>
            </c:strRef>
          </c:tx>
          <c:spPr>
            <a:solidFill>
              <a:srgbClr val="5B6B7B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D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B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3A5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MLP (no graph)</c:v>
                  </c:pt>
                  <c:pt idx="1">
                    <c:v>GCN</c:v>
                  </c:pt>
                  <c:pt idx="2">
                    <c:v>GAT</c:v>
                  </c:pt>
                  <c:pt idx="3">
                    <c:v>GINE</c:v>
                  </c:pt>
                  <c:pt idx="4">
                    <c:v>SAGE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0.67</c:v>
                </c:pt>
                <c:pt idx="1">
                  <c:v>0.6</c:v>
                </c:pt>
                <c:pt idx="2">
                  <c:v>0.609</c:v>
                </c:pt>
                <c:pt idx="3">
                  <c:v>0.687</c:v>
                </c:pt>
                <c:pt idx="4">
                  <c:v>0.688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300" u="none">
                  <a:solidFill>
                    <a:srgbClr val="1E2D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D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one-liner: we built a complete image-to-graph-to-GNN pipeline that proves a GNN can understand crack topology — the prerequisite for evolution prediction. We have results, and three decisions I'd like your sign-off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whole meeting around these three threads. Thread 1 is the original core question and is still open. Thread 2 we reframed and need sign-off. Thread 3 is planned and PaveDistress unlocks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Emphasise that Stage 2 is deterministic preprocessing, not a model. Stage 3 is where the research claim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honest messages. DeepCrack 0.722 is a strong number but on a cleaner dataset. The ablation on crack_seg_clean shows the GNN bottleneck does NOT improve segmentation — plain ResNet34d (0.6375) edges out the hybrid (0.6299). This directly answers the professor's original 'does the GNN help?' question: not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the correction. The +47% was inflated by global pooling letting big graphs dominate. Per-graph AP (correct) gives MLP 0.670, SAGE 0.688 — a small +0.02 gain. The honest story: structural features (degree, endpoint flags) do most of the work; message passing adds a little; classical heuristics fail entirely on these tree-like graphs. Single seed — needs error bars before claiming the +0.02 is significant.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Memorise this. If asked 'how does masking prove anything about evolution?', this is the 60-second answer. Lead with the honesty: no temporal data exists, so we prove the prerequisite.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purpose of the meeting. #1 is the big one now: the corrected results make the topology thesis modest, so you need the professor's steer on framing. Get explicit answers on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what's DONE — the rigor work closed the credibility gaps. Then the open items. The single-seed point matters more now because the GNN gap is only +0.02.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momentum and direction. Order is deliberate: cheapest, highest-credibility items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decisions. Hand back to the professor for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MASTERS RESEARCH PRACTICUM · PHASE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424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Road-Crack Topology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Graph Neural Networks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88620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→ graph → GNN pipeline, evaluated rigorously — with an honest look at how much the GNN actually contributes.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Shivakumar</a:t>
            </a:r>
            <a:pPr indent="0" marL="0">
              <a:buNone/>
            </a:pPr>
            <a:r>
              <a:rPr lang="en-US" sz="140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Progress review meeting    ·    29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mandate — three research threads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 CV vs Hybrid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adding a GNN actually help crack segmentation vs a plain computer-vision model? (24 Oct)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011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prediction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63440" y="3474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the crack into a graph and predict how it evolves over time. (07 Nov)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4526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58200" y="20116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5820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classification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58200" y="347472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severity / type of crack portions — feasibility depends on the dataset. (07 Nov)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4526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professor email: follow the minutes, understand &amp; tune the model, test on PaveDistress, and meet by mid-June.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Topology GNN · Practicum Phase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three-stage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HybridGraphUNet: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ResNet34d + ViG GNN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+ UNet decoder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343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image → crack mask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50208" y="29260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2011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2331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→ Graph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2926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Skeletonise → sknw graph;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node + 7 edge features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(deterministic, no training)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434340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4343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→ PyG graph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44968" y="29260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12480" y="2011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23317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GNN topology proof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12480" y="29260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encoders (MLP/GCN/SAGE/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GINE/GAT); mask &amp; reconstruct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nodes &amp; edges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12480" y="434340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4F7FA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343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B3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→ hidden structure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stages built and working.   Supporting work: data cleaning (11,298 → 4,769 images), structural clustering, and a 29 Jun evaluation-integrity fix pass.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Topology GNN · Practicum Phase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STAGE 1 + ABLATION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works — but the GNN doesn't help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12263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402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8FD9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0.722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IoU on DeepCrack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the 0.65–0.70 target 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that's a different, cleaner dataset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828800"/>
          <a:ext cx="6858000" cy="2377440"/>
        </p:xfrm>
        <a:graphic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crack_seg_clean (50ep)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Crack IoU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ResNet34d — no GNN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0.6375  ◄ best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— ResNet34d + GNN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— scratch + GNN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754880" y="434340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ablation answers the original question: </a:t>
            </a:r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crack_seg_clean the GNN bottleneck adds nothing — a plain pretrained ResNet34d matches or beats it. Pretraining is the dominant factor.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Topology GNN · Practicum Phase 2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STAGE 3 — CORRECTED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GNNs add a small gain — features do the work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828800"/>
            <a:ext cx="40233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21031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+0.02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863840" y="30175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AP — best GNN (SAGE 0.688) over the structure-aware MLP (0.670)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379476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</a:t>
            </a:r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earlier +47% was a size-confounded global-pooling artifact. Per-graph AP is the correct estimator — and it shrinks the gap. Heuristics (CN/AA/RA) are near-random (~0.52); structural node features carry the signal.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Topology GNN · Practicum Phase 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5029200" cy="502920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— WHY THIS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Reconstructing hidden topology is the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 for predicting evolution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283464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69748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evolution prediction needs time-series crack data — the same crack over time — which no public dataset has.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388620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74904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prove the prerequisite: new crack segments form at existing tips. We hide tips and ask which visible nodes lost a neighbour — exactly the next-growth-direction signal.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77240" y="4937760"/>
            <a:ext cx="201168" cy="20116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480060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as masked-language pretraining (BERT): prove understanding via reconstruction, then transfer. We never claim to predict evolution — we prove the foundation.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YOU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 for sign-off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67128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67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framing, given the small GNN gain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91640" y="244144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"GNNs understand topology" (framed honestly as a small gain + heuristic-floor result) — or pivot the headline to the pipeline + methodology + CrackMark tooling?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6484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484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344728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off the link-prediction reframe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91640" y="3922776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completion (mask &amp; reconstruct) as the Phase 2 deliverable, since no temporal dataset exists. Still the right scope?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745736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5129784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297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492861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PaveDistress direction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91640" y="5404104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generalisation only — or add a crack-type classification head (longitudinal / transverse / map)? Best remaining shot at a clean positive result.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Topology GNN · Practicum 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 PROACTIVELY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vs still-open — full transparency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023360"/>
        </p:xfrm>
        <a:graphic>
          <a:graphicData uri="http://schemas.openxmlformats.org/drawingml/2006/table">
            <a:tbl>
              <a:tblPr/>
              <a:tblGrid>
                <a:gridCol w="5760720"/>
                <a:gridCol w="237744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Baselines, heuristics, masking ablation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run — gap closed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 fixes (AP, per-graph, leakage)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 the +47% artifact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 GNN ablation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result: GNN doesn't help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seed — no error bars on +0.02 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· 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3-seed runs next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50-epoch (200-ep run started, unfinished)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· Med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the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pipeline never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· 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 images, ~2 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unified written 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· 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Topology GNN · Practicum Phase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FINAL SUBMISSION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Prioritised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9842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 the framing + test significance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2459736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thesis direction with you · 3-seed runs for error bars on the +0.02 gap · end-to-end demo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00984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712464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1246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3502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the runs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3200" y="39776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200-epoch run · PaveDistress generalisation (no GNN retraining)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18888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230368"/>
            <a:ext cx="1691640" cy="548640"/>
          </a:xfrm>
          <a:prstGeom prst="roundRect">
            <a:avLst>
              <a:gd name="adj" fmla="val 13333"/>
            </a:avLst>
          </a:prstGeom>
          <a:solidFill>
            <a:srgbClr val="1B3A5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303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5020056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upside + write-up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43200" y="5495544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Crack-type classification head (best shot at a positive result) · final research report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 Topology GNN · Practicum 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3291840"/>
            <a:ext cx="5486400" cy="5486400"/>
          </a:xfrm>
          <a:prstGeom prst="ellipse">
            <a:avLst/>
          </a:prstGeom>
          <a:solidFill>
            <a:srgbClr val="1B3A5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complete, rigorously-evaluated pipeline — with honest findings and a clear decision to make about the thesis.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3694176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354787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solid (0.722 on DeepCrack); GNN ablation negative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334256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41879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adds a small node-task gain (+0.02); heuristics near-random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974336"/>
            <a:ext cx="219456" cy="21945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482803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D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decisions for your steer — framing is the big one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5852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Crack Topology GNN — Practicum Phase 2</dc:title>
  <dc:subject>PptxGenJS Presentation</dc:subject>
  <dc:creator>Tejas</dc:creator>
  <cp:lastModifiedBy>Tejas</cp:lastModifiedBy>
  <cp:revision>1</cp:revision>
  <dcterms:created xsi:type="dcterms:W3CDTF">2026-06-29T09:21:26Z</dcterms:created>
  <dcterms:modified xsi:type="dcterms:W3CDTF">2026-06-29T09:21:26Z</dcterms:modified>
</cp:coreProperties>
</file>